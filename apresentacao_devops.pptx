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Segundo Cérebro: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56578"/>
                </a:solidFill>
              </a:defRPr>
            </a:pPr>
            <a:r>
              <a:t>Projeto de aprendizagem com Gemini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Objetivo: compreender o fluxo de desenvolvimento, entrega e operação de software.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Abordagem: fontes selecionadas + perguntas rastreáveis + materiais gerados por IA.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Escopo: Git, CI/CD, Docker, Kubernetes, observabilidade e segurança.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1. O que é DevOps?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Integra colaboração entre desenvolvimento e operações.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Combina cultura, processos, automação e feedback.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Busca melhorar confiabilidade e fluxo de entrega.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Não é sinônimo de uma ferramenta ou de um cargo.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2. Controle de versão com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Registra alterações e permite recuperar versões anteriores.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Commit registra um conjunto de alterações; branch isola uma linha de trabalho.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Pull requests apoiam revisão e integração colaborativa.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Fluxo conceitual: alterar → stage → commit → push → revisão → merge.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3. Integração contínua (CI)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Integra alterações com frequência em um repositório compartilhado.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Workflows automatizam build, testes e verificações.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Eventos acionam jobs; jobs executam steps em runners.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Falhas detectadas cedo tendem a ser mais simples de diagnosticar.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4. Entrega e implantação contínuas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Continuous delivery: versão permanece pronta para implantação, sujeita a decisão/aprovação.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Continuous deployment: alterações aprovadas pelos critérios seguem automaticamente à produção.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Ambientes, permissões, segredos e rollback são controles importantes.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A estratégia deve refletir risco e governança.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5. Docker e contêineres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Imagem: pacote usado como base para executar a aplicação.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Contêiner: instância isolada em execução.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Contêineres favorecem portabilidade e consistência entre ambientes.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Não eliminam a necessidade de configuração, persistência e segurança.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6.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Plataforma de orquestração de workloads conteinerizados.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Cluster reúne nodes; Pods hospedam contêineres.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Deployments ajudam a manter o estado desejado.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Services oferecem um ponto estável de acesso aos workloads.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7. Observabilidade e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Logs registram eventos; métricas quantificam comportamento; traces acompanham requisições.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Alertas e resposta a incidentes fecham o ciclo de feedback.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Segurança atravessa todo o ciclo: menor privilégio, segredos, dependências e revisão.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Medição deve apoiar melhoria, não incentivar métricas isoladas.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Fluxo integrado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1. Alteração versionada no Git.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2. Pull request aciona CI: build, testes e verificações.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3. Aprovação e processo de CD publicam a versão.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4. Contêineres executam a aplicação; Kubernetes pode orquestrar.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5. Observabilidade e segurança sustentam operação e melhoria.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458"/>
                </a:solidFill>
              </a:defRPr>
            </a:pPr>
            <a:r>
              <a:t>Perguntas para validar o aprendizado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Qual a diferença entre CI, continuous delivery e continuous deployment?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Qual a diferença entre imagem e contêiner?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Por que Kubernetes é uma plataforma de orquestração?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Como as citações do notebook comprovam as respostas?</a:t>
            </a:r>
          </a:p>
          <a:p>
            <a:pPr>
              <a:spcAft>
                <a:spcPts val="1800"/>
              </a:spcAft>
              <a:defRPr sz="2200">
                <a:solidFill>
                  <a:srgbClr val="2A3644"/>
                </a:solidFill>
              </a:defRPr>
            </a:pPr>
            <a:r>
              <a:t>Quais lacunas ainda precisam de novas fontes?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E8B"/>
                </a:solidFill>
              </a:defRPr>
            </a:pPr>
            <a:r>
              <a:t>SEGUNDO CÉREBRO • DEVOPS | Material de estudo baseado em documentação oficial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